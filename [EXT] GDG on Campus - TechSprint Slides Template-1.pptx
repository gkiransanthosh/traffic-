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Google Sans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3" roundtripDataSignature="AMtx7mjvA2Ma/vVTvvYsK+XaYTbFpbKbr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GoogleSans-bold.fntdata"/><Relationship Id="rId11" Type="http://schemas.openxmlformats.org/officeDocument/2006/relationships/slide" Target="slides/slide6.xml"/><Relationship Id="rId22" Type="http://schemas.openxmlformats.org/officeDocument/2006/relationships/font" Target="fonts/GoogleSans-boldItalic.fntdata"/><Relationship Id="rId10" Type="http://schemas.openxmlformats.org/officeDocument/2006/relationships/slide" Target="slides/slide5.xml"/><Relationship Id="rId21" Type="http://schemas.openxmlformats.org/officeDocument/2006/relationships/font" Target="fonts/GoogleSans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GoogleSans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1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1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2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2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2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/>
        </p:nvSpPr>
        <p:spPr>
          <a:xfrm>
            <a:off x="436625" y="8810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GB" sz="4000" u="none" cap="none" strike="noStrike">
                <a:solidFill>
                  <a:schemeClr val="accent1"/>
                </a:solidFill>
                <a:latin typeface="Google Sans"/>
                <a:ea typeface="Google Sans"/>
                <a:cs typeface="Google Sans"/>
                <a:sym typeface="Google Sans"/>
              </a:rPr>
              <a:t>Guidelines</a:t>
            </a:r>
            <a:endParaRPr b="1" i="0" sz="4000" u="none" cap="none" strike="noStrike">
              <a:solidFill>
                <a:schemeClr val="accen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5" name="Google Shape;55;p1"/>
          <p:cNvSpPr txBox="1"/>
          <p:nvPr/>
        </p:nvSpPr>
        <p:spPr>
          <a:xfrm>
            <a:off x="609900" y="1711275"/>
            <a:ext cx="7924200" cy="25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Kindly use the given template for submitting your project (Make a copy of the template)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One team is only required to submit one project/ppt.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The ideal size of the presentation should not be more than 10 slides.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You are welcome to add as many POCs and design concepts to support your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The project should be feasible and the team members should be capable enough, to come up with the prototype of the same idea, if required.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1" i="1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Solutions must include at least one Google technology.</a:t>
            </a:r>
            <a:endParaRPr b="1" i="1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56" name="Google Shape;56;p1" title="Group 220018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9800" y="174175"/>
            <a:ext cx="1826526" cy="32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"/>
          <p:cNvSpPr txBox="1"/>
          <p:nvPr/>
        </p:nvSpPr>
        <p:spPr>
          <a:xfrm>
            <a:off x="162600" y="3195125"/>
            <a:ext cx="8760000" cy="17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Team Details</a:t>
            </a:r>
            <a:endParaRPr b="1" i="0" sz="18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Team name:  </a:t>
            </a:r>
            <a:endParaRPr b="1" i="0" sz="18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Team leader name: </a:t>
            </a:r>
            <a:endParaRPr b="1" i="0" sz="18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Problem Statement: Open Innovation</a:t>
            </a:r>
            <a:endParaRPr b="1" i="0" sz="18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" name="Google Shape;62;p2" title="Techsprint banner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0828"/>
            <a:ext cx="9085198" cy="3028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"/>
          <p:cNvSpPr txBox="1"/>
          <p:nvPr/>
        </p:nvSpPr>
        <p:spPr>
          <a:xfrm>
            <a:off x="85525" y="806350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Brief about your solution and problem statement addressing</a:t>
            </a:r>
            <a:endParaRPr b="1" i="0" sz="18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68" name="Google Shape;68;p3" title="Group 220018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9800" y="174175"/>
            <a:ext cx="1826526" cy="32742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3"/>
          <p:cNvSpPr txBox="1"/>
          <p:nvPr/>
        </p:nvSpPr>
        <p:spPr>
          <a:xfrm>
            <a:off x="159800" y="1673000"/>
            <a:ext cx="9144000" cy="26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Lack of Career Direction</a:t>
            </a:r>
            <a:br>
              <a:rPr b="1"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Many students choose education and jobs without understanding their interests; this system analyzes student details to suggest suitable career paths.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Stress &amp; Mental Health Issues</a:t>
            </a:r>
            <a:br>
              <a:rPr b="1"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Career mismatch causes stress and dissatisfaction; guidance helps students choose work they enjoy, reducing pressure.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Government &amp; Private Job Awareness</a:t>
            </a:r>
            <a:br>
              <a:rPr b="1"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Students lack information about job options; the platform provides guidance for both government and private sector careers.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Economic Background-Based Guidance</a:t>
            </a:r>
            <a:br>
              <a:rPr b="1"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Low, middle, and high-income students receive career and education suggestions based on their family background.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Scholarship &amp; Education Support</a:t>
            </a:r>
            <a:br>
              <a:rPr b="1"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Class-wise scholarships (like NMMS) and education opportunities are suggested directly to eligible students.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Language &amp; Accessibility Support</a:t>
            </a:r>
            <a:br>
              <a:rPr b="1"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Text-to-voice, voice-to-text, and local language support enable rural students and uneducated parents to use the system easily.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"/>
          <p:cNvSpPr txBox="1"/>
          <p:nvPr/>
        </p:nvSpPr>
        <p:spPr>
          <a:xfrm>
            <a:off x="183250" y="8185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Opportunities</a:t>
            </a:r>
            <a:endParaRPr b="1" i="0" sz="18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8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Can guide students across different education and economic backgrounds</a:t>
            </a:r>
            <a:endParaRPr sz="180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8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Creates awareness about careers, jobs, and scholarships at an early stag</a:t>
            </a:r>
            <a:endParaRPr sz="180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8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Can be adopted by schools, colleges, and government career programs</a:t>
            </a:r>
            <a:endParaRPr sz="180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How different is it from any of the other existing ideas?</a:t>
            </a:r>
            <a:endParaRPr b="1" sz="180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                </a:t>
            </a:r>
            <a:r>
              <a:rPr b="1" lang="en-GB" sz="18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*</a:t>
            </a:r>
            <a:r>
              <a:rPr lang="en-GB" sz="18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 Personalized career guidance based on student interests and backgr</a:t>
            </a:r>
            <a:r>
              <a:rPr lang="en-GB" sz="18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ound</a:t>
            </a:r>
            <a:endParaRPr sz="180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           </a:t>
            </a:r>
            <a:r>
              <a:rPr b="1" lang="en-GB" sz="18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     *</a:t>
            </a:r>
            <a:r>
              <a:rPr lang="en-GB" sz="18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  </a:t>
            </a:r>
            <a:r>
              <a:rPr lang="en-GB" sz="18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includes jobs, scholarships, and education guidance in one platfor</a:t>
            </a:r>
            <a:r>
              <a:rPr lang="en-GB" sz="18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m</a:t>
            </a:r>
            <a:endParaRPr sz="180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                </a:t>
            </a:r>
            <a:r>
              <a:rPr b="1" lang="en-GB" sz="18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*</a:t>
            </a:r>
            <a:r>
              <a:rPr lang="en-GB" sz="18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 </a:t>
            </a:r>
            <a:r>
              <a:rPr lang="en-GB" sz="18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Supports local languages with text-to-voice and voice-to-text feature</a:t>
            </a:r>
            <a:r>
              <a:rPr lang="en-GB" sz="18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s</a:t>
            </a:r>
            <a:endParaRPr sz="180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How will it be able to solve the problem</a:t>
            </a:r>
            <a:r>
              <a:rPr b="1" i="0" lang="en-GB" sz="18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?</a:t>
            </a:r>
            <a:endParaRPr b="1" i="0" sz="18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                *</a:t>
            </a:r>
            <a:r>
              <a:rPr lang="en-GB" sz="18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 </a:t>
            </a:r>
            <a:r>
              <a:rPr lang="en-GB" sz="18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Helps students choose careers they like and are good at</a:t>
            </a:r>
            <a:endParaRPr sz="180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             </a:t>
            </a:r>
            <a:r>
              <a:rPr b="1" lang="en-GB" sz="18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   *</a:t>
            </a:r>
            <a:r>
              <a:rPr lang="en-GB" sz="18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 Reduces stress by giving clear career direction</a:t>
            </a:r>
            <a:endParaRPr sz="180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            </a:t>
            </a:r>
            <a:r>
              <a:rPr b="1" lang="en-GB" sz="18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    *</a:t>
            </a:r>
            <a:r>
              <a:rPr lang="en-GB" sz="18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 Makes guidance accessible to all students and parents</a:t>
            </a:r>
            <a:endParaRPr sz="180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75" name="Google Shape;75;p4" title="Group 220018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9800" y="174175"/>
            <a:ext cx="1826526" cy="32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"/>
          <p:cNvSpPr txBox="1"/>
          <p:nvPr/>
        </p:nvSpPr>
        <p:spPr>
          <a:xfrm>
            <a:off x="208175" y="652025"/>
            <a:ext cx="8686200" cy="7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List of features offered by the solution :</a:t>
            </a:r>
            <a:endParaRPr b="1" i="0" sz="18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GB" sz="18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 </a:t>
            </a:r>
            <a:r>
              <a:rPr lang="en-GB" sz="18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 </a:t>
            </a:r>
            <a:endParaRPr sz="180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Google Sans"/>
              <a:buChar char="●"/>
            </a:pPr>
            <a:r>
              <a:rPr lang="en-GB" sz="18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Personalized career recommendations based on student interests and skills</a:t>
            </a:r>
            <a:br>
              <a:rPr lang="en-GB" sz="18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</a:br>
            <a:endParaRPr sz="180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Google Sans"/>
              <a:buChar char="●"/>
            </a:pPr>
            <a:r>
              <a:rPr lang="en-GB" sz="18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Guidance for both government and private sector job opportunityes</a:t>
            </a:r>
            <a:endParaRPr sz="180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Google Sans"/>
              <a:buChar char="●"/>
            </a:pPr>
            <a:r>
              <a:rPr lang="en-GB" sz="18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Class-wise and income-based career and education suggestions</a:t>
            </a:r>
            <a:endParaRPr sz="180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Google Sans"/>
              <a:buChar char="●"/>
            </a:pPr>
            <a:r>
              <a:rPr lang="en-GB" sz="18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Scholarship information and eligibility guidance (e.g., NMMS)</a:t>
            </a:r>
            <a:br>
              <a:rPr lang="en-GB" sz="18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</a:br>
            <a:endParaRPr sz="180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Google Sans"/>
              <a:buChar char="●"/>
            </a:pPr>
            <a:r>
              <a:rPr lang="en-GB" sz="18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Multilingual support with local language options</a:t>
            </a:r>
            <a:br>
              <a:rPr lang="en-GB" sz="18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</a:br>
            <a:r>
              <a:rPr lang="en-GB" sz="18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 </a:t>
            </a:r>
            <a:endParaRPr sz="180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Google Sans"/>
              <a:buChar char="●"/>
            </a:pPr>
            <a:r>
              <a:rPr lang="en-GB" sz="18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Text-to-voice and voice-to-text accessibility features</a:t>
            </a:r>
            <a:br>
              <a:rPr lang="en-GB" sz="18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</a:br>
            <a:endParaRPr sz="180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Google Sans"/>
              <a:buChar char="●"/>
            </a:pPr>
            <a:r>
              <a:rPr lang="en-GB" sz="18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Easy-to-use interface for students and uneducated parents</a:t>
            </a:r>
            <a:br>
              <a:rPr lang="en-GB" sz="18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</a:br>
            <a:endParaRPr sz="180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81" name="Google Shape;81;p5" title="Group 220018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9800" y="174175"/>
            <a:ext cx="1826526" cy="32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"/>
          <p:cNvSpPr txBox="1"/>
          <p:nvPr/>
        </p:nvSpPr>
        <p:spPr>
          <a:xfrm>
            <a:off x="158825" y="855225"/>
            <a:ext cx="8784300" cy="11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Google Technologies used in the solution</a:t>
            </a:r>
            <a:endParaRPr b="1" i="0" sz="12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87" name="Google Shape;87;p6" title="Group 220018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9800" y="174175"/>
            <a:ext cx="1826526" cy="32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7"/>
          <p:cNvSpPr txBox="1"/>
          <p:nvPr/>
        </p:nvSpPr>
        <p:spPr>
          <a:xfrm>
            <a:off x="195475" y="830775"/>
            <a:ext cx="87720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Process flow diagram or Use-case diagram</a:t>
            </a:r>
            <a:endParaRPr b="1" i="0" sz="18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93" name="Google Shape;93;p7" title="Group 220018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9800" y="174175"/>
            <a:ext cx="1826526" cy="32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8"/>
          <p:cNvSpPr txBox="1"/>
          <p:nvPr/>
        </p:nvSpPr>
        <p:spPr>
          <a:xfrm>
            <a:off x="207700" y="879650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Wireframes/Mock diagrams of the proposed solution (optional)</a:t>
            </a:r>
            <a:endParaRPr b="1" i="0" sz="18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99" name="Google Shape;99;p8" title="Group 220018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9800" y="174175"/>
            <a:ext cx="1826526" cy="32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9"/>
          <p:cNvSpPr txBox="1"/>
          <p:nvPr/>
        </p:nvSpPr>
        <p:spPr>
          <a:xfrm>
            <a:off x="171050" y="867425"/>
            <a:ext cx="88209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Architecture diagram of the proposed solution</a:t>
            </a:r>
            <a:endParaRPr b="1" i="0" sz="18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05" name="Google Shape;105;p9" title="Group 220018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9800" y="174175"/>
            <a:ext cx="1826526" cy="32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 txBox="1"/>
          <p:nvPr/>
        </p:nvSpPr>
        <p:spPr>
          <a:xfrm>
            <a:off x="109950" y="781900"/>
            <a:ext cx="8894100" cy="6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Additional Details/Future Development (if any)</a:t>
            </a:r>
            <a:endParaRPr b="1" i="0" sz="18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11" name="Google Shape;111;p11" title="Group 220018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9800" y="174175"/>
            <a:ext cx="1826526" cy="32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2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Provide links to your:</a:t>
            </a:r>
            <a:endParaRPr b="1" i="0" sz="18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Google Sans"/>
              <a:buAutoNum type="arabicPeriod"/>
            </a:pPr>
            <a:r>
              <a:rPr b="1" i="0" lang="en-GB" sz="18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GitHub Public Repository</a:t>
            </a:r>
            <a:endParaRPr b="1" i="0" sz="18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Google Sans"/>
              <a:buAutoNum type="arabicPeriod"/>
            </a:pPr>
            <a:r>
              <a:rPr b="1" i="0" lang="en-GB" sz="18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Demo Video Link (3 Minutes)</a:t>
            </a:r>
            <a:endParaRPr b="1" i="0" sz="18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Google Sans"/>
              <a:buAutoNum type="arabicPeriod"/>
            </a:pPr>
            <a:r>
              <a:rPr b="1" i="0" lang="en-GB" sz="18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MVP Link</a:t>
            </a:r>
            <a:endParaRPr b="1" i="0" sz="18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17" name="Google Shape;117;p12" title="Group 220018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9800" y="174175"/>
            <a:ext cx="1826526" cy="32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3" title="Group 220018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9800" y="174175"/>
            <a:ext cx="1826526" cy="32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/>
          </a:p>
        </p:txBody>
      </p:sp>
      <p:sp>
        <p:nvSpPr>
          <p:cNvPr id="128" name="Google Shape;128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29" name="Google Shape;129;p14" title="tq slide techsprint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4"/>
          <p:cNvSpPr txBox="1"/>
          <p:nvPr/>
        </p:nvSpPr>
        <p:spPr>
          <a:xfrm>
            <a:off x="343275" y="3962950"/>
            <a:ext cx="3712800" cy="9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Arial"/>
              <a:buNone/>
            </a:pPr>
            <a:r>
              <a:rPr b="1" i="0" lang="en-GB" sz="4900" u="none" cap="none" strike="noStrik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Thank you!</a:t>
            </a:r>
            <a:endParaRPr b="1" i="0" sz="4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